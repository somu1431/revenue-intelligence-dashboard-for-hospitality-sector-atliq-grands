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5"/>
  </p:notesMasterIdLst>
  <p:sldIdLst>
    <p:sldId id="257" r:id="rId2"/>
    <p:sldId id="258" r:id="rId3"/>
    <p:sldId id="25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71" d="100"/>
          <a:sy n="71" d="100"/>
        </p:scale>
        <p:origin x="235" y="5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A67B36-672B-4672-9C7C-997D71DB32D8}" type="datetimeFigureOut">
              <a:rPr lang="en-IN" smtClean="0"/>
              <a:t>24-09-2025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64ECE5-8BAE-4DC6-AAEA-5FA41AD62B5E}" type="slidenum">
              <a:rPr lang="en-IN" smtClean="0"/>
              <a:t>‹#›</a:t>
            </a:fld>
            <a:endParaRPr lang="en-IN"/>
          </a:p>
        </p:txBody>
      </p:sp>
    </p:spTree>
    <p:extLst>
      <p:ext uri="{BB962C8B-B14F-4D97-AF65-F5344CB8AC3E}">
        <p14:creationId xmlns:p14="http://schemas.microsoft.com/office/powerpoint/2010/main" val="6523783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shape</a:t>
            </a:r>
            <a:endParaRPr dirty="0"/>
          </a:p>
          <a:p>
            <a:r>
              <a:rPr b="0" dirty="0"/>
              <a:t>No alt text provided</a:t>
            </a:r>
            <a:endParaRPr dirty="0"/>
          </a:p>
          <a:p>
            <a:endParaRPr dirty="0"/>
          </a:p>
          <a:p>
            <a:r>
              <a:rPr b="1" dirty="0"/>
              <a:t>Revenue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Occupancy %</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Average Rating</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a:p>
            <a:r>
              <a:rPr b="1" dirty="0"/>
              <a:t>clusteredBarChart</a:t>
            </a:r>
            <a:endParaRPr dirty="0"/>
          </a:p>
          <a:p>
            <a:r>
              <a:rPr b="0" dirty="0"/>
              <a:t>No alt text provided</a:t>
            </a:r>
            <a:endParaRPr dirty="0"/>
          </a:p>
          <a:p>
            <a:endParaRPr dirty="0"/>
          </a:p>
          <a:p>
            <a:r>
              <a:rPr b="1" dirty="0"/>
              <a:t>areaChart</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Booking % by day type</a:t>
            </a:r>
            <a:endParaRPr dirty="0"/>
          </a:p>
          <a:p>
            <a:r>
              <a:rPr b="0" dirty="0"/>
              <a:t>No alt text provided</a:t>
            </a:r>
            <a:endParaRPr dirty="0"/>
          </a:p>
          <a:p>
            <a:endParaRPr dirty="0"/>
          </a:p>
          <a:p>
            <a:r>
              <a:rPr b="1" dirty="0"/>
              <a:t>Occupancy % by day type</a:t>
            </a:r>
            <a:endParaRPr dirty="0"/>
          </a:p>
          <a:p>
            <a:r>
              <a:rPr b="0" dirty="0"/>
              <a:t>No alt text provided</a:t>
            </a:r>
            <a:endParaRPr dirty="0"/>
          </a:p>
          <a:p>
            <a:endParaRPr dirty="0"/>
          </a:p>
          <a:p>
            <a:r>
              <a:rPr b="1" dirty="0"/>
              <a:t>Revenue on Weekdays</a:t>
            </a:r>
            <a:endParaRPr dirty="0"/>
          </a:p>
          <a:p>
            <a:r>
              <a:rPr b="0" dirty="0"/>
              <a:t>No alt text provided</a:t>
            </a:r>
            <a:endParaRPr dirty="0"/>
          </a:p>
          <a:p>
            <a:endParaRPr dirty="0"/>
          </a:p>
          <a:p>
            <a:r>
              <a:rPr b="1" dirty="0"/>
              <a:t>Revenue on Weekends</a:t>
            </a:r>
            <a:endParaRPr dirty="0"/>
          </a:p>
          <a:p>
            <a:r>
              <a:rPr b="0" dirty="0"/>
              <a:t>No alt text provided</a:t>
            </a:r>
            <a:endParaRPr dirty="0"/>
          </a:p>
          <a:p>
            <a:endParaRPr dirty="0"/>
          </a:p>
          <a:p>
            <a:r>
              <a:rPr b="1" dirty="0"/>
              <a:t>Booking % by Platform </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Property by Key Metrics</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Booking % by Room class </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Revenue by property name</a:t>
            </a:r>
            <a:endParaRPr dirty="0"/>
          </a:p>
          <a:p>
            <a:r>
              <a:rPr b="0" dirty="0"/>
              <a:t>No alt text provided</a:t>
            </a:r>
            <a:endParaRPr dirty="0"/>
          </a:p>
          <a:p>
            <a:endParaRPr dirty="0"/>
          </a:p>
          <a:p>
            <a:r>
              <a:rPr b="1" dirty="0"/>
              <a:t>shape</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tableEx</a:t>
            </a:r>
            <a:endParaRPr dirty="0"/>
          </a:p>
          <a:p>
            <a:r>
              <a:rPr b="0" dirty="0"/>
              <a:t>No alt text provided</a:t>
            </a:r>
            <a:endParaRPr dirty="0"/>
          </a:p>
          <a:p>
            <a:endParaRPr dirty="0"/>
          </a:p>
          <a:p>
            <a:r>
              <a:rPr b="1" dirty="0"/>
              <a:t>Filter By City</a:t>
            </a:r>
            <a:endParaRPr dirty="0"/>
          </a:p>
          <a:p>
            <a:r>
              <a:rPr b="0" dirty="0"/>
              <a:t>No alt text provided</a:t>
            </a:r>
            <a:endParaRPr dirty="0"/>
          </a:p>
          <a:p>
            <a:endParaRPr dirty="0"/>
          </a:p>
          <a:p>
            <a:r>
              <a:rPr b="1" dirty="0"/>
              <a:t>Filter By Room Type</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Filter By Room Type</a:t>
            </a:r>
            <a:endParaRPr dirty="0"/>
          </a:p>
          <a:p>
            <a:r>
              <a:rPr b="0" dirty="0"/>
              <a:t>No alt text provided</a:t>
            </a:r>
            <a:endParaRPr dirty="0"/>
          </a:p>
          <a:p>
            <a:endParaRPr dirty="0"/>
          </a:p>
          <a:p>
            <a:r>
              <a:rPr b="1" dirty="0"/>
              <a:t>Revenue</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 Revenue by category</a:t>
            </a:r>
            <a:endParaRPr dirty="0"/>
          </a:p>
          <a:p>
            <a:r>
              <a:rPr b="0" dirty="0"/>
              <a:t>No alt text provided</a:t>
            </a:r>
            <a:endParaRPr dirty="0"/>
          </a:p>
          <a:p>
            <a:endParaRPr dirty="0"/>
          </a:p>
          <a:p>
            <a:r>
              <a:rPr b="1" dirty="0"/>
              <a:t>RevPAR</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DSRN</a:t>
            </a:r>
            <a:endParaRPr dirty="0"/>
          </a:p>
          <a:p>
            <a:r>
              <a:rPr b="0" dirty="0"/>
              <a:t>No alt text provided</a:t>
            </a:r>
            <a:endParaRPr dirty="0"/>
          </a:p>
          <a:p>
            <a:endParaRPr dirty="0"/>
          </a:p>
          <a:p>
            <a:r>
              <a:rPr b="1" dirty="0"/>
              <a:t>Occupancy %</a:t>
            </a:r>
            <a:endParaRPr dirty="0"/>
          </a:p>
          <a:p>
            <a:r>
              <a:rPr b="0" dirty="0"/>
              <a:t>No alt text provided</a:t>
            </a:r>
            <a:endParaRPr dirty="0"/>
          </a:p>
          <a:p>
            <a:endParaRPr dirty="0"/>
          </a:p>
          <a:p>
            <a:r>
              <a:rPr b="1" dirty="0"/>
              <a:t>ADR</a:t>
            </a:r>
            <a:endParaRPr dirty="0"/>
          </a:p>
          <a:p>
            <a:r>
              <a:rPr b="0" dirty="0"/>
              <a:t>No alt text provided</a:t>
            </a:r>
            <a:endParaRPr dirty="0"/>
          </a:p>
          <a:p>
            <a:endParaRPr dirty="0"/>
          </a:p>
          <a:p>
            <a:r>
              <a:rPr b="1" dirty="0"/>
              <a:t>Realisation</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lineStackedColumnComboChart</a:t>
            </a:r>
            <a:endParaRPr dirty="0"/>
          </a:p>
          <a:p>
            <a:r>
              <a:rPr b="0" dirty="0"/>
              <a:t>No alt text provided</a:t>
            </a:r>
            <a:endParaRPr dirty="0"/>
          </a:p>
          <a:p>
            <a:endParaRPr dirty="0"/>
          </a:p>
          <a:p>
            <a:r>
              <a:rPr b="1" dirty="0"/>
              <a:t>tableEx</a:t>
            </a:r>
            <a:endParaRPr dirty="0"/>
          </a:p>
          <a:p>
            <a:r>
              <a:rPr b="0" dirty="0"/>
              <a:t>No alt text provided</a:t>
            </a:r>
            <a:endParaRPr dirty="0"/>
          </a:p>
          <a:p>
            <a:endParaRPr dirty="0"/>
          </a:p>
          <a:p>
            <a:r>
              <a:rPr b="1" dirty="0"/>
              <a:t>Trend By Key Metrics</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textbox</a:t>
            </a:r>
            <a:endParaRPr dirty="0"/>
          </a:p>
          <a:p>
            <a:r>
              <a:rPr b="0" dirty="0"/>
              <a:t>No alt text provided</a:t>
            </a:r>
            <a:endParaRPr dirty="0"/>
          </a:p>
          <a:p>
            <a:endParaRPr dirty="0"/>
          </a:p>
          <a:p>
            <a:r>
              <a:rPr b="1" dirty="0"/>
              <a:t>image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shape</a:t>
            </a:r>
            <a:endParaRPr dirty="0"/>
          </a:p>
          <a:p>
            <a:r>
              <a:rPr b="0" dirty="0"/>
              <a:t>No alt text provided</a:t>
            </a:r>
            <a:endParaRPr dirty="0"/>
          </a:p>
          <a:p>
            <a:endParaRPr dirty="0"/>
          </a:p>
          <a:p>
            <a:r>
              <a:rPr b="1" dirty="0"/>
              <a:t>Filter By Room Type</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9/24/2025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9/24/2025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9/24/2025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9/24/2025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9/24/2025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9/24/2025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09557ac5-e805-4321-9958-b138d740c0e3/?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09557ac5-e805-4321-9958-b138d740c0e3/?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09557ac5-e805-4321-9958-b138d740c0e3/?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hape ,Revenue ,shape ,Occupancy % ,shape ,Average Rating ,shape ,image ,textbox ,image ,shape ,shape ,shape ,shape ,clusteredBarChart ,clusteredBarChart ,clusteredBarChart ,areaChart ,shape ,shape ,Booking % by day type ,Occupancy % by day type ,Revenue on Weekdays ,Revenue on Weekends ,Booking % by Platform  ,slicer ,slicer ,slicer ,slicer ,slicer ,slicer ,shape. Please refer to the notes on this slide for details">
            <a:hlinkClick r:id="rId3"/>
          </p:cNvPr>
          <p:cNvPicPr>
            <a:picLocks noChangeAspect="1"/>
          </p:cNvPicPr>
          <p:nvPr/>
        </p:nvPicPr>
        <p:blipFill>
          <a:blip r:embed="rId4"/>
          <a:stretch>
            <a:fillRect/>
          </a:stretch>
        </p:blipFill>
        <p:spPr>
          <a:xfrm>
            <a:off x="47625" y="0"/>
            <a:ext cx="12077700" cy="6858000"/>
          </a:xfrm>
          <a:prstGeom prst="rect">
            <a:avLst/>
          </a:prstGeom>
          <a:noFill/>
        </p:spPr>
      </p:pic>
      <p:sp>
        <p:nvSpPr>
          <p:cNvPr id="4" name="Title" hidden="1"/>
          <p:cNvSpPr>
            <a:spLocks noGrp="1"/>
          </p:cNvSpPr>
          <p:nvPr>
            <p:ph type="title"/>
          </p:nvPr>
        </p:nvSpPr>
        <p:spPr/>
        <p:txBody>
          <a:bodyPr/>
          <a:lstStyle/>
          <a:p>
            <a:r>
              <a:t>City and  Booking Behavior Analysis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slicer ,slicer ,slicer ,slicer ,slicer ,slicer ,shape ,Property by Key Metrics ,shape ,image ,textbox ,image ,shape ,Booking % by Room class  ,shape ,Revenue by property name ,shape. Please refer to the notes on this slide for details">
            <a:hlinkClick r:id="rId3"/>
          </p:cNvPr>
          <p:cNvPicPr>
            <a:picLocks noChangeAspect="1"/>
          </p:cNvPicPr>
          <p:nvPr/>
        </p:nvPicPr>
        <p:blipFill>
          <a:blip r:embed="rId4"/>
          <a:stretch>
            <a:fillRect/>
          </a:stretch>
        </p:blipFill>
        <p:spPr>
          <a:xfrm>
            <a:off x="47625" y="0"/>
            <a:ext cx="12077700" cy="6858000"/>
          </a:xfrm>
          <a:prstGeom prst="rect">
            <a:avLst/>
          </a:prstGeom>
          <a:noFill/>
        </p:spPr>
      </p:pic>
      <p:sp>
        <p:nvSpPr>
          <p:cNvPr id="4" name="Title" hidden="1"/>
          <p:cNvSpPr>
            <a:spLocks noGrp="1"/>
          </p:cNvSpPr>
          <p:nvPr>
            <p:ph type="title"/>
          </p:nvPr>
        </p:nvSpPr>
        <p:spPr/>
        <p:txBody>
          <a:bodyPr/>
          <a:lstStyle/>
          <a:p>
            <a:r>
              <a:t>Property Performance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ableEx ,Filter By City ,Filter By Room Type ,slicer ,Filter By Room Type ,Revenue ,tableEx ,% Revenue by category ,RevPAR ,tableEx ,DSRN ,Occupancy % ,ADR ,Realisation ,tableEx ,tableEx ,tableEx ,tableEx ,lineStackedColumnComboChart ,tableEx ,Trend By Key Metrics ,shape ,shape ,shape ,shape ,shape ,shape ,textbox ,shape ,textbox ,image ,shape ,shape ,Filter By Room Type. Please refer to the notes on this slide for details">
            <a:hlinkClick r:id="rId3"/>
          </p:cNvPr>
          <p:cNvPicPr>
            <a:picLocks noChangeAspect="1"/>
          </p:cNvPicPr>
          <p:nvPr/>
        </p:nvPicPr>
        <p:blipFill>
          <a:blip r:embed="rId4"/>
          <a:stretch>
            <a:fillRect/>
          </a:stretch>
        </p:blipFill>
        <p:spPr>
          <a:xfrm>
            <a:off x="47625" y="0"/>
            <a:ext cx="12077700" cy="6858000"/>
          </a:xfrm>
          <a:prstGeom prst="rect">
            <a:avLst/>
          </a:prstGeom>
          <a:noFill/>
        </p:spPr>
      </p:pic>
      <p:sp>
        <p:nvSpPr>
          <p:cNvPr id="4" name="Title" hidden="1"/>
          <p:cNvSpPr>
            <a:spLocks noGrp="1"/>
          </p:cNvSpPr>
          <p:nvPr>
            <p:ph type="title"/>
          </p:nvPr>
        </p:nvSpPr>
        <p:spPr/>
        <p:txBody>
          <a:bodyPr/>
          <a:lstStyle/>
          <a:p>
            <a:r>
              <a:t>Revenue Perormance Overview</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471</Words>
  <Application>Microsoft Office PowerPoint</Application>
  <PresentationFormat>Widescreen</PresentationFormat>
  <Paragraphs>249</Paragraphs>
  <Slides>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Custom Design</vt:lpstr>
      <vt:lpstr>City and  Booking Behavior Analysis</vt:lpstr>
      <vt:lpstr>Property Performance Analysis</vt:lpstr>
      <vt:lpstr>Revenue Perormance Overview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manda narendra</cp:lastModifiedBy>
  <cp:revision>5</cp:revision>
  <dcterms:created xsi:type="dcterms:W3CDTF">2016-09-04T11:54:55Z</dcterms:created>
  <dcterms:modified xsi:type="dcterms:W3CDTF">2025-09-24T04:12:43Z</dcterms:modified>
</cp:coreProperties>
</file>